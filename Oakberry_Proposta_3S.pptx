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5B2D8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A855F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7B3FA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completa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sua operação!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Oakberry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Comercial — iFood Salão | 3S Checkout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a solução completa para o seu restaurante! Através das nossas soluções e integrações, você pode otimizar seus processos, entregar a melhor experiência para seus clientes e potencializar suas vendas.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EDE5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194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8016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21031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EDE5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286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9080" y="2194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06908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atendidas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21031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EDE5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860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2194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+2.400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858000" y="2743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 ativas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4747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EDE5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576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566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 BI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1280160" y="4114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faturamento/ano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429000" y="34747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EDE5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6576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69080" y="3566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10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4069080" y="4114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fast-food usam 3S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17920" y="347472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EDE5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6576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3566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6858000" y="4114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2022-2025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está a operação do Oakberry?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Entendemos os desafios de uma rede com 200+ lojas de quick service. Operações de açaí e bowls exigem velocidade, padronização e controle de estoque rigoroso em toda a rede.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Service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de balcão rápida com alto volume de pedidos e personalização de bowls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9202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Nacional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468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unidades exigindo padronização de cardápio, preços e processos em toda a rede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Multicanalidade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Balcão, totem, delivery (iFood, Rappi) e apps próprios gerando pedidos simultâneos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5661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Perecíveis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4114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Frutas, açaí e complementos exigem controle de estoque rigoroso para evitar perdas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que travam a eficiência do Oakberry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5B2D8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tempo de atualização de cardápio em 200+ lojas e múltiplos canais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56232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5B2D8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5623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856232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descentralizados entre balcão, totem e delivery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23744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5B2D8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2374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523744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visibilidade operacional em tempo real em toda a rede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91256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5B2D8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9125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191256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de estoque com insumos perecíveis gerando desperdício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58768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5B2D8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5876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858768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processos manuais e relatórios engessados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7863840" cy="530352"/>
          </a:xfrm>
          <a:prstGeom prst="roundRect">
            <a:avLst>
              <a:gd name="adj" fmla="val 10345"/>
            </a:avLst>
          </a:prstGeom>
          <a:solidFill>
            <a:srgbClr val="5B2D8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52628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526280"/>
            <a:ext cx="7040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mensurar produtividade da cozinha por loja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3S resolve cada dor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65760"/>
          </a:xfrm>
          <a:prstGeom prst="roundRect">
            <a:avLst>
              <a:gd name="adj" fmla="val 15000"/>
            </a:avLst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ajudamos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0" y="914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7863840" cy="594360"/>
          </a:xfrm>
          <a:prstGeom prst="roundRect">
            <a:avLst>
              <a:gd name="adj" fmla="val 6154"/>
            </a:avLst>
          </a:prstGeom>
          <a:solidFill>
            <a:srgbClr val="F8F5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71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cardápio lenta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1371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centralizado com edição massiva e push em nuvem para todas as lojas simultaneamente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1371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Agilidade na rede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39112"/>
            <a:ext cx="786384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39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descentralizados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20391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 integrado + Hub Delivery + Totem de autoatendimento em plataforma única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03911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unificada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706624"/>
            <a:ext cx="7863840" cy="594360"/>
          </a:xfrm>
          <a:prstGeom prst="roundRect">
            <a:avLst>
              <a:gd name="adj" fmla="val 6154"/>
            </a:avLst>
          </a:prstGeom>
          <a:solidFill>
            <a:srgbClr val="F8F5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0662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visibilidade em tempo real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0360" y="27066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3SGo (app gestão) + Dashboards + Relatórios com dados atualizados a cada 15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706624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mais rápidas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74136"/>
            <a:ext cx="786384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7413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e desperdício de estoque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80360" y="337413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com baixa automática por venda, alertas parametrizáveis e fichas técnicas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374136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perdas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041648"/>
            <a:ext cx="7863840" cy="594360"/>
          </a:xfrm>
          <a:prstGeom prst="roundRect">
            <a:avLst>
              <a:gd name="adj" fmla="val 6154"/>
            </a:avLst>
          </a:prstGeom>
          <a:solidFill>
            <a:srgbClr val="F8F5F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4164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manuais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80360" y="4041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SmartPOS, KDS inteligente e fluxos digitais eliminam papéis e erros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40416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eficiência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786384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709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da cozinha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4709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por estação com indicadores de tempo, balanceamento de carga e fallback automático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7091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otimizada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de Soluções para o Oakberry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96012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097280"/>
            <a:ext cx="640080" cy="640080"/>
          </a:xfrm>
          <a:prstGeom prst="ellipse">
            <a:avLst/>
          </a:prstGeom>
          <a:solidFill>
            <a:srgbClr val="5B2D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2161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de caixa Quick Service com perfil de usuário e servidor em nuvem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697480" y="96012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91840" y="1097280"/>
            <a:ext cx="640080" cy="640080"/>
          </a:xfrm>
          <a:prstGeom prst="ellipse">
            <a:avLst/>
          </a:prstGeom>
          <a:solidFill>
            <a:srgbClr val="5B2D8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2161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889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Totem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78892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Autoatendimento nativo em Windows e Android, sugestão de vendas integrada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800600" y="96012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94960" y="1097280"/>
            <a:ext cx="640080" cy="640080"/>
          </a:xfrm>
          <a:prstGeom prst="ellipse">
            <a:avLst/>
          </a:prstGeom>
          <a:solidFill>
            <a:srgbClr val="5B2D8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2161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9204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89204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inteligente com tempo de produção, balanceamento e fallback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903720" y="96012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0" y="1097280"/>
            <a:ext cx="640080" cy="640080"/>
          </a:xfrm>
          <a:prstGeom prst="ellipse">
            <a:avLst/>
          </a:prstGeom>
          <a:solidFill>
            <a:srgbClr val="5B2D8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21615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9516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Delivery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995160" y="2148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iFood, Rappi e Open Delivery integrados com cardápio centralizado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94360" y="292608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188720" y="3063240"/>
            <a:ext cx="640080" cy="640080"/>
          </a:xfrm>
          <a:prstGeom prst="ellipse">
            <a:avLst/>
          </a:prstGeom>
          <a:solidFill>
            <a:srgbClr val="5B2D8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592" y="318211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580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85800" y="4114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técnicas, baixa automática por venda, contagens e DRE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2697480" y="292608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291840" y="3063240"/>
            <a:ext cx="640080" cy="640080"/>
          </a:xfrm>
          <a:prstGeom prst="ellipse">
            <a:avLst/>
          </a:prstGeom>
          <a:solidFill>
            <a:srgbClr val="5B2D8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3182112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78892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2788920" y="4114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Vendas, produção, estoque e financeiro com dados em tempo real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4800600" y="292608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5394960" y="3063240"/>
            <a:ext cx="640080" cy="640080"/>
          </a:xfrm>
          <a:prstGeom prst="ellipse">
            <a:avLst/>
          </a:prstGeom>
          <a:solidFill>
            <a:srgbClr val="5B2D8E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3832" y="3182112"/>
            <a:ext cx="402336" cy="40233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89204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3SGo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4892040" y="4114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gestão no celular com metas, alertas e dashboard por loja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6903720" y="2926080"/>
            <a:ext cx="1828800" cy="1691640"/>
          </a:xfrm>
          <a:prstGeom prst="roundRect">
            <a:avLst>
              <a:gd name="adj" fmla="val 4324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7498080" y="3063240"/>
            <a:ext cx="640080" cy="640080"/>
          </a:xfrm>
          <a:prstGeom prst="ellipse">
            <a:avLst/>
          </a:prstGeom>
          <a:solidFill>
            <a:srgbClr val="5B2D8E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3182112"/>
            <a:ext cx="402336" cy="40233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99516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Rede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6995160" y="4114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centralizado de cardápio, preços e configurações para 200+ lojas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que entregamos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5B2D8E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18872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5B2D8E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325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37744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Rupturas de Estoque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18872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5B2D8E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325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Compra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18872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5B2D8E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325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 min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5216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Atendimento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118872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5B2D8E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325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58952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Mensal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"Desde que implementamos o software, nossa operação ficou muito mais organizada. Reduzimos desperdícios, aceleramos os pedidos e melhoramos a experiência dos clientes."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como Madero, Bob's, Taco Bell e Pizza Hut confiam na 3S Checkout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Oakberry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contrato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08960" y="1097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meses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unidades/lojas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lojas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rollout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828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EDE5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 10% na mensalidade por loja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lojas atuais: isento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TEF incluso na primeira integração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inclusos por loja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7863840" cy="320040"/>
          </a:xfrm>
          <a:prstGeom prst="roundRect">
            <a:avLst>
              <a:gd name="adj" fmla="val 11429"/>
            </a:avLst>
          </a:prstGeom>
          <a:solidFill>
            <a:srgbClr val="5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mensal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solidFill>
            <a:srgbClr val="F8F5F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 até 3 unidades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R$ 350,00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até 3 unidades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R$ 160,00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solidFill>
            <a:srgbClr val="F8F5F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Totem até 3 unidades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R$ 180,00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Marketplace (iFood/Rappi/Open Delivery)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R$ 110,00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solidFill>
            <a:srgbClr val="F8F5F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TEF — Primeira integração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R$ 104,20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3SGo — App de gestão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7863840" cy="411480"/>
          </a:xfrm>
          <a:prstGeom prst="roundRect">
            <a:avLst>
              <a:gd name="adj" fmla="val 8889"/>
            </a:avLst>
          </a:prstGeom>
          <a:solidFill>
            <a:srgbClr val="5B2D8E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4937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mensalidade por loja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0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R$ 904,20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— Cenários de Investimento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8F5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09728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5B2D8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1 — Padrão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984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rollout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984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3682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Mensalidade/loja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2368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R$ 904,20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752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marca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752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136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Instalação/loja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3136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Isento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520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 10%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R$ 18.084/mês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904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mensal rede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904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D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R$ 162.756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109728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2 — Personalizado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1984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rollout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1984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23682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Mensalidade/loja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2368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27523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marca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752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3136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Instalação/loja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3136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4920" y="3520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74920" y="3904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mensal rede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3904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*Cenário 2 disponível para simulação com valores personalizados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5B2D8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7B3FA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juntos!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transformar a gestão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Oakberry com a 3S Checkout?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2918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5B2D8E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32918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5B2D8E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88920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mensalidade/loja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32918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5B2D8E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contrato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329184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5B2D8E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3375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29400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 Salão | 3S Checkout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Oakberry — Proposta Comercial 3S Checkout</dc:title>
  <dc:subject>PptxGenJS Presentation</dc:subject>
  <dc:creator>iFood Salão / 3S Checkout</dc:creator>
  <cp:lastModifiedBy>iFood Salão / 3S Checkout</cp:lastModifiedBy>
  <cp:revision>1</cp:revision>
  <dcterms:created xsi:type="dcterms:W3CDTF">2026-07-10T17:35:59Z</dcterms:created>
  <dcterms:modified xsi:type="dcterms:W3CDTF">2026-07-10T17:35:59Z</dcterms:modified>
</cp:coreProperties>
</file>